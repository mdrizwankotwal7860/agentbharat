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AgentBharat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India's AI Workforce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E5FF"/>
                </a:solidFill>
              </a:rPr>
              <a:t>AgentBharat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Pay for software, not salaries.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Startup Pitch Deck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</a:rPr>
              <a:t>STARTUP IDEA: WHAT IT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Concept: A centralized platform offering 9 specialized AI digital employees (Agents) for small businesses.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Core Functionality: It automates complex, time-consuming tasks like accounting, lead generation, and customer support entirely over WhatsApp.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Value Proposition: Giving small street-side businesses the same AI automation power as a Fortune 500 company, at just ₹999/month.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1. High Human Capital Costs: Hiring staff for basic data entry or support costs ₹15,000 - ₹25,000/month. MSMEs cannot afford this overhead.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2. Owner Burnout: Without staff, the owner spends 14+ hours a week filing GST, checking inventory, and manually replying to WhatsApp leads.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3. Software Complexity: Existing tools (like Tally) require accounting knowledge to operate. They digitize data, but they do not DO the work.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</a:rPr>
              <a:t>PROPOSED SOLUTION &amp; IMPROVEMENT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0B981"/>
                </a:solidFill>
              </a:rPr>
              <a:t>The Solution: A fleet of AI Agents (TaxAgent, SalesAgent, SupportAgent) that execute tasks autonomously.
</a:t>
            </a:r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How It Improves the Status Quo: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 - Zero Learning Curve: Operates seamlessly on WhatsApp. No complex dashboards to learn.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 - Instant ROI: Connects directly to existing Tally data or Razorpay to pull data instantly.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   - 24/7 Operation: Replies to customer leads in 5 seconds at 2 AM, preventing lost sales.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</a:rPr>
              <a:t>TARGET USERS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Market Focus: Digitized Tier 2 &amp; Tier 3 MSMEs in India.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Coaching Centres &amp; Tuition Institutes: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  - Needs: Fee collection reminders, student lead management, batch scheduling queries.
</a:t>
            </a:r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Restaurants, Cafes &amp; Cloud Kitchens: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  - Needs: Low stock alerts for raw materials, reservation handling, Zomato/Swiggy tax reconciliation.
</a:t>
            </a:r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Retail Shops &amp; E-Commerce Sellers: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  - Needs: 24/7 customer support, order tracking automation, bulk WhatsApp marketing.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</a:rPr>
              <a:t>HOW IT WORKS: UI &amp; TRAINING PHASE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FFFFF"/>
                </a:solidFill>
              </a:rPr>
              <a:t>Step 1: Selection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  - User selects an agent from the Agent Directory UI.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59E0B"/>
                </a:solidFill>
              </a:rPr>
              <a:t>Step 2: The Training Phase (Crucial)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  - The owner uploads their business "knowledge base" (menus, pricing PDFs, past FAQs).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  - The AI processes this via RAG (Retrieval-Augmented Generation) to learn the business context.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10B981"/>
                </a:solidFill>
              </a:rPr>
              <a:t>Step 3: Verification &amp; Deployment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  - We simulate a WhatsApp chat for the owner to verify AI accuracy. Once approved, it goes live.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</a:rPr>
              <a:t>BUSINESS MODEL (SaaS)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1. The Hook: 7-Day Free Trial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  - Full access to 1 Agent. Proves immediate ROI by automating real tasks before the user pays.
</a:t>
            </a:r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2. Starter Plan (₹999 / $12 per month)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  - Access to 2 Agents. 1,000 automated tasks/month. Ideal for sole proprietors.
</a:t>
            </a:r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3. Growth Plan (₹2,499 / $30 per month)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  - Access to 5 Agents. 5,000 tasks/month. Includes CRM/Tally API integrations.
</a:t>
            </a:r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4. Business Plan (₹4,999 / $60 per month)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  - Access to all 9 Agents. Unlimited tasks. Full automation suite.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</a:rPr>
              <a:t>BREAK-EVEN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Core Assumptions: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- Average Revenue Per User (ARPU): ₹1,800 ($22) / month.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- Variable Costs (LLM Tokens, WhatsApp API per user): ₹400 ($5) / month.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- Contribution Margin per user: ₹1,400 ($17) / month.
</a:t>
            </a:r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Fixed Operating Costs: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- Servers, Core Engineering Team, Marketing: ₹2,500,000 ($30,000) / month.
</a:t>
            </a:r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The Break-Even Point: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To cover fixed costs, we need: ₹2,500,000 / ₹1,400 = 1,785 Active Paying Users.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</a:rPr>
              <a:t>FUNDING &amp; GO-TO-MARKET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Raising: $500,000 (Seed Round) for 18 Months Runway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Go-To-Market Strategy:
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- Viral WhatsApp Marketing: Every automated message ends with "Powered by AgentBharat", turning our users into organic billboards.
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- Partnership Channels: Partnering with local Chartered Accountants (CAs) who will recommend AgentBharat to their SME clients for easier tax data collection.
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E5FF"/>
                </a:solidFill>
              </a:rPr>
              <a:t>- Milestone: Reach our break-even point (1,800 users) within Month 9.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AgentBharat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AgentBharat Pitch Deck v2</dc:title>
  <dc:subject>PptxGenJS Presentation</dc:subject>
  <dc:creator>AgentBharat</dc:creator>
  <cp:lastModifiedBy>AgentBharat</cp:lastModifiedBy>
  <cp:revision>1</cp:revision>
  <dcterms:created xsi:type="dcterms:W3CDTF">2026-06-06T03:18:10Z</dcterms:created>
  <dcterms:modified xsi:type="dcterms:W3CDTF">2026-06-06T03:18:10Z</dcterms:modified>
</cp:coreProperties>
</file>